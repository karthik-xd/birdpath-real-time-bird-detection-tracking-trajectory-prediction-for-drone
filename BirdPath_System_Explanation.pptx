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🦅 BIRDPATH AI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Real-Time Bird Detection, Tracking &amp; Flight Path Prediction</a:t>
            </a:r>
          </a:p>
          <a:p>
            <a:pPr>
              <a:spcBef>
                <a:spcPts val="1200"/>
              </a:spcBef>
              <a:defRPr sz="1800">
                <a:solidFill>
                  <a:srgbClr val="00E5FF"/>
                </a:solidFill>
              </a:defRPr>
            </a:pPr>
            <a:r>
              <a:t>A Complete Visual Guide to How the Deep Learning Architecture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3200400" cy="18288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👁️ Vision &amp; Tracking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YOLOv8 Real-time Detector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ByteTracker Motion Association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Kalman Filter Trajectory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389120"/>
            <a:ext cx="3200400" cy="18288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45720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🧠 Deep Forecasting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Bidirectional GRU Network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20 Future Steps (~1.0 sec)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Gaussian Uncertainty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389120"/>
            <a:ext cx="3200400" cy="18288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457200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⚡ Online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Live GPU Backpropagation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Learns directly from video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300,000+ flight samples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Big Picture: How the System Works in 5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1. VIDEO IN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Streams YouTube (720p/1080p) or local MP4 files.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Decodes at 30 FPS.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Feeds frames into the AI vision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2. DETECTION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YOLOv8 finds every bird in each frame.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Draws bounding boxes around birds.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Calculates center (X, Y) coordinates.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3. TRACKING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ByteTracker assigns permanent IDs (#1, #2...).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Tracks history of last 15 positions.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Kalman Filter smooths noisy measurements.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9100"/>
                </a:solidFill>
              </a:defRPr>
            </a:pPr>
            <a:r>
              <a:t>4. PREDICTION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GRU model predicts next 20 future frames (~1 sec ahead).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Draws GREEN path line.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Calculates confidence uncertainty band.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01168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040FB"/>
                </a:solidFill>
              </a:defRPr>
            </a:pPr>
            <a:r>
              <a:t>5. LIVE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Waits 20 frames to see where bird ACTUALLY flew.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Draws MAGENTA truth line.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Updates model weights live on GPU!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Joined Display: Layer 1 + Layer 2 + Layer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LAYER 1: The Video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Raw incoming YouTube or local camera video feed.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Provides realistic visual context of the sky, landscape, or flock.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CAN BE SWITCHED OFF on-the-fly to show a high-contrast dark space grid for forensic trajectory analysis!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LAYER 2: The Bounding Boxes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YOLOv8 detection boxes around each bird.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Displays Bird ID (e.g. #3, #15) and detection confidence percentage (e.g. 94%).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Color-coded uniquely per bird so flock members are never mixed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LAYER 3: The Flight Paths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GREEN LINE: 20-frame future predicted flight path.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MAGENTA LINE: Actual observed ground-truth flight path.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CYAN GLOW: Gaussian variance uncertainty cone.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Shows exactly where AI thought the bird would go vs reality.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Understanding the 3 Flight Lines on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🟩 GREEN LINE: The Forecast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represents: The AI's forecast of the next 20 frames (~1.0 second ahead).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it works: A GRU neural network looks at the bird's past 15 frames of speed and turn angle to calculate the future trajectory.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Analogy: Like the projected path of a hurricane or flight radar cone.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E040FB"/>
                </a:solidFill>
              </a:defRPr>
            </a:pPr>
            <a:r>
              <a:t>🟪 MAGENTA LINE: The Reality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represents: The ground-truth path where the bird ACTUALLY flew in real life.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it works: The system waits 20 frames, looks back at the bird's recorded history, and traces its real trajectory.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The Goal: Make the Green Line overlap the Magenta Line as closely as possible!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🟦 CYAN BAND: Confidence Cone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represents: The AI's uncertainty spread around its prediction.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it works: Close to the bird (step 1-3), the circle is tight (high certainty). Further into the future (step 20), it expands slightly.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Analogy: Like your confidence predicting where someone will walk in 1 second vs 10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Online Learning: How the AI Improves in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Traditional ML vs Online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TRADITIONAL TRAINING (Offline):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Requires downloading thousands of images into folders.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Model weights are static and frozen during playback.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Cannot adapt to a new species or wind speed.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ONLINE LEARNING (Your System):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Learns live from incoming video frames continuously!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GPU updates weights immediately after seeing reality.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Over 300,000 real flight samples learned so far on your PC!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The 5-Step Continuous Loop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1. OBSERVE: System tracks bird's past 15 frames (X, Y, velocity).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2. PREDICT: GRU model outputs future 20-frame coordinates.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3. BUFFER: Holds prediction in memory while video continues playing.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4. COMPARE: Once 20 frames pass, compares prediction vs actual flight.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5. UPDATE: Backpropagates Gaussian NLL loss into PyTorch model on GPU!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Result: The longer you watch a video, the smarter the model gets!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Telemetry Dashboard: What the Numbers Mean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Operational Metrics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STREAM FPS (14.5 FPS):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Speed of the video monitor.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Processes 14.5 frames every second while simultaneously running YOLO + GRU + Backpropagation on GPU.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ACTIVE BIRDS (5 to 15):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Number of birds tracked simultaneously.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PROCESSED FRAMES (66,000+):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Total video frames ingested from YouTube.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SAMPLES LEARNED (300,000+):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Total flight training steps learned by the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Accuracy &amp; Loss Metrics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ONLINE LOSS (-117.5) &amp; AVG LOSS (-118.8):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Measures combined position error and confidence.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Negative means extremely confident and accurate!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ADE @ 20 STEPS (0.0399 / ~4%):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Average Displacement Error across all 20 future steps.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FDE @ 20 STEPS (0.0765 / ~7.6%):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Final Displacement Error at the 20th destination step.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Instantaneous and session average match: model is fully stabilized!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Understanding ADE &amp; FDE Accuracy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ADE: Average Displacement Error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measures: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 average error across ALL 20 points along the path.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(Step 1 + Step 2 + ... + Step 20) / 20.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Your Score: 0.0399 (~4% of screen width)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On a 1920x1080 video: 1920 * 0.0399 = ~76 pixels.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Along the entire flight path, the prediction stays within a couple dozen pixels of the bird!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Benchmark: ADE &lt; 0.05 is considered State-of-the-Art in trajectory forecasting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FDE: Final Displacement Error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What it measures: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 error specifically at the FINAL destination point (Step 20).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Predicting 20 frames ahead (~1.0 sec) is much harder because small errors compound over time.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Your Score: 0.0765 (~7.6% of screen width)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Even 1 full second into the future, the prediction lands almost directly on the bird's body!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Why both match your session average: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Shows the model isn't guessing randomly — its accuracy is solid, stable, and repeatable.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Can the Loss Be Negative? (-118 to -154)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The Math Behind Negative Loss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 basic machine learning (like MSE), loss is always &gt;= 0.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However, your model outputs a GAUSSIAN PROBABILITY: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Output = [Position (x, y) + Variance (sigma^2)]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Loss = 0.5 * sum[ log(sigma^2) + (Target - Pred)^2 / sigma^2 ]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Continuous Probability Density can be &gt; 1: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When the model is very confident, the bell curve is tall and narrow.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 logarithm of small variance is NEGATIVE! (e.g. log(0.001) = -6.9)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Across 40 predicted values (20 steps * 2 coords), negative terms sum up to -120 to -154!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What -154 Means for Your Model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The Code Clamps Variance at min = -8.0: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Lowest possible theoretical score: 40 * (0.5 * -8.0) = -160.0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Hitting -154 means: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Your model operates at ~96% of its theoretical maximum confidence and accuracy!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How to read it: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More negative (-100 -&gt; -150) = Better, higher confidence.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Rising towards positive (-120 -&gt; +10) = Bird made a sudden, unexpected turn or dive.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Health: What Windows Task Manager is Doing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9100"/>
                </a:solidFill>
              </a:defRPr>
            </a:pPr>
            <a:r>
              <a:t>Why Windows Terminal Uses 1.9 GB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Windows Terminal Host (1.9 GB RAM):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This is your active Python server (server.py) running inside PowerShell.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Inside this process: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1. PyTorch Deep Learning Engine + CUDA GPU drivers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2. YOLOv8 Object Detection Neural Network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3. GRU Flight Trajectory Prediction Model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    4. OpenCV HD Video Decoder Buffer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Is 1.9 GB normal? YES! Deep learning models in RAM typically take 1.5 - 2.5 GB.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CRITICAL: Never click 'End' or your learning server stops!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Other Applications in Task Manager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Brave Browser (1.9 GB):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Streaming real-time 30 FPS video with HTML5 canvas graphics and telemetry.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Antigravity Assistant (604 MB):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Your pair programming IDE and development workspace.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Safe to Close if PC feels slow: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LibreOffice (55 MB), Snipping Tool (58 MB), Phone Link (21 MB).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These are regular desktop tools unrelated to the 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Dedicated Testing Lab: Custom Frame Gaps &amp; Forensics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Custom Frame Gap Selection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Located at: http://localhost:8000/static/test.html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Custom Frame Gap Controls: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1: Shows all 20 predicted future points (dense line)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2: Shows every 2nd frame (10 waypoints)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4 / Gap 5: Major keyframe milestones (1/6th second intervals)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Gap 10: Half-second checkpoints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Prediction Horizon Slider: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Adjust forecast depth from 5 steps up to 20 steps on-the-fly!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Kinematics &amp; Forensic Tools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Flight Kinematics Dashboard: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🧭 360° Heading Compass: Real-time direction (e.g. 45° NE).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⚡ Speedometer: Linear velocity in px/frame and px/second.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🔄 Turn Rate: Classified into Cruising, Curving, or Banking.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Full Waypoints Table + Export: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Exact coordinates, timestamps, and uncertainty radii.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One-click Export to JSON or CSV format.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Interactive Mouse Sandbox: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• Draw any flight curve with your mouse to test extrapolation!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BIRDPATH SYSTEM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Summary: Complete Pipeline from PC to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1. Computer Learning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Web UI Studio streams YouTube at 720p/1080p.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Continuous online training adapts to real flight aerodynamics on GPU.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Visual 3-layer joined monitor.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676"/>
                </a:solidFill>
              </a:defRPr>
            </a:pPr>
            <a:r>
              <a:t>2. Weight Export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Click 'Save Learned Model Checkpoint'.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Converts PyTorch (.pt) -&gt; ONNX -&gt; TFLite (INT8 quantized).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Model compressed to &lt; 5 MB for real-time edge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61922"/>
          </a:solidFill>
          <a:ln w="19050">
            <a:solidFill>
              <a:srgbClr val="28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FD600"/>
                </a:solidFill>
              </a:defRPr>
            </a:pPr>
            <a:r>
              <a:t>3. Android App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Native Kotlin Android Studio project.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CameraX 60 FPS live camera input.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Full analytic Kalman Filter + ByteTracker.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Spline flight path overlay on mobile screen!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